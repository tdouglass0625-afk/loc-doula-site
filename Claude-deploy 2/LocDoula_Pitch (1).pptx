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1A1A1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2743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🌿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A"/>
                </a:solidFill>
              </a:rPr>
              <a:t>BOOKING APP PROPOSAL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J. Tyler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Creations &amp; Co.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AI-powered booking experience built specifically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Loc Doula — so you can focus on your craft.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Prepared exclusively for Janae Tyler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0D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Your talent is undeniable.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Your time is being wasted.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514600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2606040"/>
            <a:ext cx="566928" cy="56692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DMs Never Stop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63931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text at all hours asking "you available?" — eating into your personal time and focus.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514600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606040"/>
            <a:ext cx="566928" cy="56692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32461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No-Shows Cost You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63931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reminders, missed appointments mean lost revenue with no warning.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514600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2606040"/>
            <a:ext cx="566928" cy="56692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32461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Booksy Has Limits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63931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Booksy fees, operate on their platform, and have no control over your booking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1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Your own branded booking app.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Booksy. No fees. Just yours.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423160"/>
            <a:ext cx="2697480" cy="1188720"/>
          </a:xfrm>
          <a:prstGeom prst="rect">
            <a:avLst/>
          </a:prstGeom>
          <a:solidFill>
            <a:srgbClr val="181810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2569464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2569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4984" y="2551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AI Chat Booking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4984" y="28803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chat with your AI 24/7 — it answers questions and books appointments automatically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2423160"/>
            <a:ext cx="2697480" cy="1188720"/>
          </a:xfrm>
          <a:prstGeom prst="rect">
            <a:avLst/>
          </a:prstGeom>
          <a:solidFill>
            <a:srgbClr val="181810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2569464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2569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95344" y="2551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Real-Time Availability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95344" y="28803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open slots show — no double bookings, no back-and-forth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423160"/>
            <a:ext cx="2697480" cy="1188720"/>
          </a:xfrm>
          <a:prstGeom prst="rect">
            <a:avLst/>
          </a:prstGeom>
          <a:solidFill>
            <a:srgbClr val="181810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0488" y="2569464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2569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75704" y="2551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Client Intake 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75704" y="28803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digital form collects hair photos, special requests &amp; add-ons upfront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4760"/>
            <a:ext cx="2697480" cy="1188720"/>
          </a:xfrm>
          <a:prstGeom prst="rect">
            <a:avLst/>
          </a:prstGeom>
          <a:solidFill>
            <a:srgbClr val="181810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941064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4984" y="39227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Owner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4984" y="42519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day at a glance — confirm, cancel, track revenue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794760"/>
            <a:ext cx="2697480" cy="1188720"/>
          </a:xfrm>
          <a:prstGeom prst="rect">
            <a:avLst/>
          </a:prstGeom>
          <a:solidFill>
            <a:srgbClr val="181810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941064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95344" y="39227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Your Brand &amp; Colors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95344" y="42519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customized to The Loc Doula aesthetic — gold, sage, dark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3794760"/>
            <a:ext cx="2697480" cy="1188720"/>
          </a:xfrm>
          <a:prstGeom prst="rect">
            <a:avLst/>
          </a:prstGeom>
          <a:solidFill>
            <a:srgbClr val="181810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0488" y="3941064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6190488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75704" y="39227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SMS Auto-Reply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75704" y="42519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text your number — AI replies with availability automatically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0D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 already built your app.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Here's what's inside: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full service menu with real prices from Booksy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17 services organized by category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Special request / add-on field on every booking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address &amp; phone number (678) 221-6492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1945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Gold &amp; dark brand colors matching your aesthetic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8346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Hair photo reminder for Starter Loc clients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availability — Wed through Sat slots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41148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5.0 ★ rating displayed in the header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The app is live and ready for you to see right now.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1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flat monthly fee.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Booksy commissions. No surprises.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840480" cy="2560320"/>
          </a:xfrm>
          <a:prstGeom prst="rect">
            <a:avLst/>
          </a:prstGeom>
          <a:solidFill>
            <a:srgbClr val="18181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331720"/>
            <a:ext cx="384048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688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$99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once to get started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913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branding &amp; setup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1696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services configured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42569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onboarding 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331720"/>
            <a:ext cx="3840480" cy="2560320"/>
          </a:xfrm>
          <a:prstGeom prst="rect">
            <a:avLst/>
          </a:prstGeom>
          <a:solidFill>
            <a:srgbClr val="1E1C0E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2331720"/>
            <a:ext cx="3840480" cy="64008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0" y="210312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C9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$49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913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 booking 24/7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41696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availability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442569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&amp; history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46817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SMS auto-reply included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0D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$49/month pays for itself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with just one extra booking.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331720"/>
            <a:ext cx="269748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$150+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Avg. service 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39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Wash Retwist &amp; Style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33172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331720"/>
            <a:ext cx="2697480" cy="6400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9E7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24/7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37560" y="32918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AI handles bookings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3639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while you sleep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331720"/>
            <a:ext cx="2697480" cy="64008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17920" y="32918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Booksy fees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639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every dollar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0D0D0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Your Loc Wash Retwist ($150) covers 3 months of the subscription. Every booking after that is pure profit.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572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🌿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82880" y="173736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D0D0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D0D0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Loc Doula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D0D0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Deserves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D0D0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Better.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4023360"/>
            <a:ext cx="3291840" cy="2743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for your brand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4352544"/>
            <a:ext cx="3291840" cy="2743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352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Priced for your budget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4681728"/>
            <a:ext cx="3291840" cy="2743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4681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right 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6400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Let's work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together.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931920" y="2148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your app already — for free — as a demonstration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I can do for your business.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looking for my first 3 salon partners to launch with.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white-glove setup, and I get a testimonial.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8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wins.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31920" y="3749040"/>
            <a:ext cx="4389120" cy="530352"/>
          </a:xfrm>
          <a:prstGeom prst="roundRect">
            <a:avLst>
              <a:gd name="adj" fmla="val 20690"/>
            </a:avLst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74904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Your Live App → [your link here]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4434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Questions? hello@freshcutsstudio.com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2026-06-08T19:44:45Z</dcterms:created>
  <dcterms:modified xsi:type="dcterms:W3CDTF">2026-06-08T19:44:45Z</dcterms:modified>
</cp:coreProperties>
</file>