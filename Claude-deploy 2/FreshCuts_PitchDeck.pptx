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E50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640080"/>
            <a:ext cx="2103120" cy="2103120"/>
          </a:xfrm>
          <a:prstGeom prst="rect">
            <a:avLst/>
          </a:prstGeom>
          <a:solidFill>
            <a:srgbClr val="16161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583680" y="64008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💈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011680" cy="320040"/>
          </a:xfrm>
          <a:prstGeom prst="rect">
            <a:avLst/>
          </a:prstGeom>
          <a:solidFill>
            <a:srgbClr val="FF6E5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PITCH DECK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FreshCuts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6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Studio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888AA"/>
                </a:solidFill>
              </a:rPr>
              <a:t>The AI-powered booking &amp; communication tool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888AA"/>
                </a:solidFill>
              </a:rPr>
              <a:t>built for barbers and stylists.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6E50"/>
                </a:solidFill>
              </a:rPr>
              <a:t>freshcutsstudio.com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6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E50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Barbers are losing time &amp; money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single day.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2103120"/>
            <a:ext cx="2606040" cy="2377440"/>
          </a:xfrm>
          <a:prstGeom prst="rect">
            <a:avLst/>
          </a:prstGeom>
          <a:solidFill>
            <a:srgbClr val="16161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2103120"/>
            <a:ext cx="2606040" cy="54864"/>
          </a:xfrm>
          <a:prstGeom prst="rect">
            <a:avLst/>
          </a:prstGeom>
          <a:solidFill>
            <a:srgbClr val="FF6E5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21945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75488" y="285292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Endless DMs &amp; Texts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888AA"/>
                </a:solidFill>
              </a:rPr>
              <a:t>Barbers spend hours answering "you free?" messages instead of cutting hair.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2103120"/>
            <a:ext cx="2606040" cy="2377440"/>
          </a:xfrm>
          <a:prstGeom prst="rect">
            <a:avLst/>
          </a:prstGeom>
          <a:solidFill>
            <a:srgbClr val="16161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2103120"/>
            <a:ext cx="2606040" cy="54864"/>
          </a:xfrm>
          <a:prstGeom prst="rect">
            <a:avLst/>
          </a:prstGeom>
          <a:solidFill>
            <a:srgbClr val="FF6E50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21945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❌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10128" y="285292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No-Shows Kill Revenue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329184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888AA"/>
                </a:solidFill>
              </a:rPr>
              <a:t>No reminders = no-shows. Average shop loses $200–400/month to missed appointments.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2103120"/>
            <a:ext cx="2606040" cy="2377440"/>
          </a:xfrm>
          <a:prstGeom prst="rect">
            <a:avLst/>
          </a:prstGeom>
          <a:solidFill>
            <a:srgbClr val="16161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2103120"/>
            <a:ext cx="2606040" cy="54864"/>
          </a:xfrm>
          <a:prstGeom prst="rect">
            <a:avLst/>
          </a:prstGeom>
          <a:solidFill>
            <a:srgbClr val="FF6E50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21945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44768" y="285292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 System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329184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888AA"/>
                </a:solidFill>
              </a:rPr>
              <a:t>Most shops still use notes apps, paper books, or their brain to manage bookings.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6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E50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app. Everything your shop needs.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2606040" cy="1280160"/>
          </a:xfrm>
          <a:prstGeom prst="rect">
            <a:avLst/>
          </a:prstGeom>
          <a:solidFill>
            <a:srgbClr val="16161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8288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18470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Chat Booking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21945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888AA"/>
                </a:solidFill>
              </a:rPr>
              <a:t>Clients book 24/7 via AI — no phone calls, no DMs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737360"/>
            <a:ext cx="2606040" cy="1280160"/>
          </a:xfrm>
          <a:prstGeom prst="rect">
            <a:avLst/>
          </a:prstGeom>
          <a:solidFill>
            <a:srgbClr val="16161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8288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886200" y="18470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Smart Scheduling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86200" y="21945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888AA"/>
                </a:solidFill>
              </a:rPr>
              <a:t>Auto-assigns stylists, prevents double-booking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737360"/>
            <a:ext cx="2606040" cy="1280160"/>
          </a:xfrm>
          <a:prstGeom prst="rect">
            <a:avLst/>
          </a:prstGeom>
          <a:solidFill>
            <a:srgbClr val="16161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18288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20840" y="18470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 Reminders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20840" y="21945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888AA"/>
                </a:solidFill>
              </a:rPr>
              <a:t>SMS confirmations cut no-shows by up to 25%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200400"/>
            <a:ext cx="2606040" cy="1280160"/>
          </a:xfrm>
          <a:prstGeom prst="rect">
            <a:avLst/>
          </a:prstGeom>
          <a:solidFill>
            <a:srgbClr val="16161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32918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51560" y="33101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Owner Dashboard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36576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888AA"/>
                </a:solidFill>
              </a:rPr>
              <a:t>See revenue, bookings &amp; stylist load at a glance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3200400"/>
            <a:ext cx="2606040" cy="1280160"/>
          </a:xfrm>
          <a:prstGeom prst="rect">
            <a:avLst/>
          </a:prstGeom>
          <a:solidFill>
            <a:srgbClr val="16161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0" y="32918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✍️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886200" y="33101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Client Intake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86200" y="36576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888AA"/>
                </a:solidFill>
              </a:rPr>
              <a:t>4-step digital form replaces paper &amp; back-and-forth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35040" y="3200400"/>
            <a:ext cx="2606040" cy="1280160"/>
          </a:xfrm>
          <a:prstGeom prst="rect">
            <a:avLst/>
          </a:prstGeom>
          <a:solidFill>
            <a:srgbClr val="16161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35040" y="32918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💈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720840" y="33101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Stylist Profiles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20840" y="36576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888AA"/>
                </a:solidFill>
              </a:rPr>
              <a:t>Clients pick their favorite barber directly in-app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6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E50"/>
                </a:solidFill>
              </a:rPr>
              <a:t>MARKET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Massive, underserved, and already paying.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783080"/>
            <a:ext cx="2606040" cy="1828800"/>
          </a:xfrm>
          <a:prstGeom prst="rect">
            <a:avLst/>
          </a:prstGeom>
          <a:solidFill>
            <a:srgbClr val="16161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783080"/>
            <a:ext cx="2606040" cy="64008"/>
          </a:xfrm>
          <a:prstGeom prst="rect">
            <a:avLst/>
          </a:prstGeom>
          <a:solidFill>
            <a:srgbClr val="FF6E5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9659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6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80K+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888AA"/>
                </a:solidFill>
              </a:rPr>
              <a:t>Barbershops in the US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783080"/>
            <a:ext cx="2606040" cy="1828800"/>
          </a:xfrm>
          <a:prstGeom prst="rect">
            <a:avLst/>
          </a:prstGeom>
          <a:solidFill>
            <a:srgbClr val="16161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783080"/>
            <a:ext cx="2606040" cy="64008"/>
          </a:xfrm>
          <a:prstGeom prst="rect">
            <a:avLst/>
          </a:prstGeom>
          <a:solidFill>
            <a:srgbClr val="FF4EB4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9659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4EB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$50/mo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291840" y="288036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888AA"/>
                </a:solidFill>
              </a:rPr>
              <a:t>Target price per shop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783080"/>
            <a:ext cx="2606040" cy="1828800"/>
          </a:xfrm>
          <a:prstGeom prst="rect">
            <a:avLst/>
          </a:prstGeom>
          <a:solidFill>
            <a:srgbClr val="16161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783080"/>
            <a:ext cx="2606040" cy="64008"/>
          </a:xfrm>
          <a:prstGeom prst="rect">
            <a:avLst/>
          </a:prstGeom>
          <a:solidFill>
            <a:srgbClr val="4EC9FF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19659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EC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$48M+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126480" y="288036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888AA"/>
                </a:solidFill>
              </a:rPr>
              <a:t>Revenue potential (1% market)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840480"/>
            <a:ext cx="8412480" cy="868680"/>
          </a:xfrm>
          <a:prstGeom prst="rect">
            <a:avLst/>
          </a:prstGeom>
          <a:solidFill>
            <a:srgbClr val="16161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384048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8F0"/>
                </a:solidFill>
              </a:rPr>
              <a:t>🎯  Starting focus: Solo barbers &amp; small shops (2–5 chairs) in Atlanta metro area — 1,000+ potential customers within 30 miles.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6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E50"/>
                </a:solidFill>
              </a:rPr>
              <a:t>PRICING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Simple pricing. Profitable from day one.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2606040" cy="3108960"/>
          </a:xfrm>
          <a:prstGeom prst="rect">
            <a:avLst/>
          </a:prstGeom>
          <a:solidFill>
            <a:srgbClr val="16161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91640"/>
            <a:ext cx="2606040" cy="73152"/>
          </a:xfrm>
          <a:prstGeom prst="rect">
            <a:avLst/>
          </a:prstGeom>
          <a:solidFill>
            <a:srgbClr val="4EC9F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8288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Starter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21284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EC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$29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5760" y="28346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A"/>
                </a:solidFill>
              </a:rPr>
              <a:t>/mo per shop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EC9FF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E8E8F0"/>
                </a:solidFill>
              </a:rPr>
              <a:t>1 stylist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4930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EC9FF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E8E8F0"/>
                </a:solidFill>
              </a:rPr>
              <a:t>AI chat booking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7856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EC9FF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E8E8F0"/>
                </a:solidFill>
              </a:rPr>
              <a:t>Client intake form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40782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EC9FF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E8E8F0"/>
                </a:solidFill>
              </a:rPr>
              <a:t>Email reminders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0" y="1691640"/>
            <a:ext cx="2606040" cy="3108960"/>
          </a:xfrm>
          <a:prstGeom prst="rect">
            <a:avLst/>
          </a:prstGeom>
          <a:solidFill>
            <a:srgbClr val="1E103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691640"/>
            <a:ext cx="2606040" cy="73152"/>
          </a:xfrm>
          <a:prstGeom prst="rect">
            <a:avLst/>
          </a:prstGeom>
          <a:solidFill>
            <a:srgbClr val="FF6E50"/>
          </a:solidFill>
          <a:ln/>
        </p:spPr>
      </p:sp>
      <p:sp>
        <p:nvSpPr>
          <p:cNvPr id="16" name="Shape 14"/>
          <p:cNvSpPr/>
          <p:nvPr/>
        </p:nvSpPr>
        <p:spPr>
          <a:xfrm>
            <a:off x="3840480" y="1508760"/>
            <a:ext cx="1325880" cy="256032"/>
          </a:xfrm>
          <a:prstGeom prst="rect">
            <a:avLst/>
          </a:prstGeom>
          <a:solidFill>
            <a:srgbClr val="FF6E50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0" y="15087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MOST POPULAR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00400" y="18288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Studio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00400" y="221284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$59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3200400" y="28346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A"/>
                </a:solidFill>
              </a:rPr>
              <a:t>/mo per shop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E50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E8E8F0"/>
                </a:solidFill>
              </a:rPr>
              <a:t>Up to 5 stylists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83280" y="34930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E50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E8E8F0"/>
                </a:solidFill>
              </a:rPr>
              <a:t>Everything in Starter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83280" y="37856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E50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E8E8F0"/>
                </a:solidFill>
              </a:rPr>
              <a:t>SMS reminders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83280" y="40782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E50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E8E8F0"/>
                </a:solidFill>
              </a:rPr>
              <a:t>Owner dashboard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83280" y="43708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E50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E8E8F0"/>
                </a:solidFill>
              </a:rPr>
              <a:t>Appointment history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35040" y="1691640"/>
            <a:ext cx="2606040" cy="3108960"/>
          </a:xfrm>
          <a:prstGeom prst="rect">
            <a:avLst/>
          </a:prstGeom>
          <a:solidFill>
            <a:srgbClr val="16161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1691640"/>
            <a:ext cx="2606040" cy="73152"/>
          </a:xfrm>
          <a:prstGeom prst="rect">
            <a:avLst/>
          </a:prstGeom>
          <a:solidFill>
            <a:srgbClr val="FF4EB4"/>
          </a:solidFill>
          <a:ln/>
        </p:spPr>
      </p:sp>
      <p:sp>
        <p:nvSpPr>
          <p:cNvPr id="28" name="Text 26"/>
          <p:cNvSpPr/>
          <p:nvPr/>
        </p:nvSpPr>
        <p:spPr>
          <a:xfrm>
            <a:off x="6035040" y="18288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 Shop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035040" y="221284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4EB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$99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6035040" y="28346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A"/>
                </a:solidFill>
              </a:rPr>
              <a:t>/mo per shop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EB4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E8E8F0"/>
                </a:solidFill>
              </a:rPr>
              <a:t>Unlimited stylists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17920" y="34930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EB4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E8E8F0"/>
                </a:solidFill>
              </a:rPr>
              <a:t>Everything in Studio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17920" y="37856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EB4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E8E8F0"/>
                </a:solidFill>
              </a:rPr>
              <a:t>Custom branding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17920" y="40782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EB4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E8E8F0"/>
                </a:solidFill>
              </a:rPr>
              <a:t>Priority support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17920" y="43708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EB4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E8E8F0"/>
                </a:solidFill>
              </a:rPr>
              <a:t>Analytics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6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E50"/>
                </a:solidFill>
              </a:rPr>
              <a:t>GO-TO-MARKET PLAN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phases. 90 days to first revenue.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2606040" cy="3017520"/>
          </a:xfrm>
          <a:prstGeom prst="rect">
            <a:avLst/>
          </a:prstGeom>
          <a:solidFill>
            <a:srgbClr val="16161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737360"/>
            <a:ext cx="2606040" cy="64008"/>
          </a:xfrm>
          <a:prstGeom prst="rect">
            <a:avLst/>
          </a:prstGeom>
          <a:solidFill>
            <a:srgbClr val="FF6E5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74520"/>
            <a:ext cx="822960" cy="256032"/>
          </a:xfrm>
          <a:prstGeom prst="rect">
            <a:avLst/>
          </a:prstGeom>
          <a:solidFill>
            <a:srgbClr val="FF6E5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74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75488" y="217627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🗣️ Validate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" y="25786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6E50"/>
                </a:solidFill>
              </a:rPr>
              <a:t>Weeks 1–2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294436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6E50"/>
                </a:solidFill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8F0"/>
                </a:solidFill>
              </a:rPr>
              <a:t>Visit 10 local barbers in Atlanta/Lithonia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329184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6E50"/>
                </a:solidFill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8F0"/>
                </a:solidFill>
              </a:rPr>
              <a:t>Demo the live prototype on your phone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" y="363931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6E50"/>
                </a:solidFill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8F0"/>
                </a:solidFill>
              </a:rPr>
              <a:t>Get 3 verbal commitments to pay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737360"/>
            <a:ext cx="2606040" cy="3017520"/>
          </a:xfrm>
          <a:prstGeom prst="rect">
            <a:avLst/>
          </a:prstGeom>
          <a:solidFill>
            <a:srgbClr val="16161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737360"/>
            <a:ext cx="2606040" cy="64008"/>
          </a:xfrm>
          <a:prstGeom prst="rect">
            <a:avLst/>
          </a:prstGeom>
          <a:solidFill>
            <a:srgbClr val="FF4EB4"/>
          </a:solidFill>
          <a:ln/>
        </p:spPr>
      </p:sp>
      <p:sp>
        <p:nvSpPr>
          <p:cNvPr id="16" name="Shape 14"/>
          <p:cNvSpPr/>
          <p:nvPr/>
        </p:nvSpPr>
        <p:spPr>
          <a:xfrm>
            <a:off x="3291840" y="1874520"/>
            <a:ext cx="822960" cy="256032"/>
          </a:xfrm>
          <a:prstGeom prst="rect">
            <a:avLst/>
          </a:prstGeom>
          <a:solidFill>
            <a:srgbClr val="FF4EB4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1874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10128" y="217627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🔨 Build &amp; Launch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10128" y="25786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4EB4"/>
                </a:solidFill>
              </a:rPr>
              <a:t>Weeks 3–6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10128" y="294436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4EB4"/>
                </a:solidFill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8F0"/>
                </a:solidFill>
              </a:rPr>
              <a:t>Add Stripe payments + Supabase DB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10128" y="329184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4EB4"/>
                </a:solidFill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8F0"/>
                </a:solidFill>
              </a:rPr>
              <a:t>Onboard first 3 paying shops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10128" y="363931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4EB4"/>
                </a:solidFill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8F0"/>
                </a:solidFill>
              </a:rPr>
              <a:t>Collect feedback &amp; fix issues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5040" y="1737360"/>
            <a:ext cx="2606040" cy="3017520"/>
          </a:xfrm>
          <a:prstGeom prst="rect">
            <a:avLst/>
          </a:prstGeom>
          <a:solidFill>
            <a:srgbClr val="16161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1737360"/>
            <a:ext cx="2606040" cy="64008"/>
          </a:xfrm>
          <a:prstGeom prst="rect">
            <a:avLst/>
          </a:prstGeom>
          <a:solidFill>
            <a:srgbClr val="4EC9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126480" y="1874520"/>
            <a:ext cx="822960" cy="256032"/>
          </a:xfrm>
          <a:prstGeom prst="rect">
            <a:avLst/>
          </a:prstGeom>
          <a:solidFill>
            <a:srgbClr val="4EC9FF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1874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44768" y="217627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📈 Grow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44768" y="25786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EC9FF"/>
                </a:solidFill>
              </a:rPr>
              <a:t>Weeks 7–12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44768" y="294436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EC9FF"/>
                </a:solidFill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8F0"/>
                </a:solidFill>
              </a:rPr>
              <a:t>Instagram &amp; TikTok content targeting barbers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44768" y="329184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EC9FF"/>
                </a:solidFill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8F0"/>
                </a:solidFill>
              </a:rPr>
              <a:t>Referral program: 1 free month per referral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44768" y="363931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EC9FF"/>
                </a:solidFill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8F0"/>
                </a:solidFill>
              </a:rPr>
              <a:t>Target 20 shops = $1,000+/mo revenue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FF6E5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486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💈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182880" y="169164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</a:t>
            </a:r>
            <a:endParaRPr lang="en-US" sz="3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FreshCuts?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3246120"/>
            <a:ext cx="3063240" cy="310896"/>
          </a:xfrm>
          <a:prstGeom prst="rect">
            <a:avLst/>
          </a:prstGeom>
          <a:solidFill>
            <a:srgbClr val="E0503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324612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  Built for barbers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3630168"/>
            <a:ext cx="3063240" cy="310896"/>
          </a:xfrm>
          <a:prstGeom prst="rect">
            <a:avLst/>
          </a:prstGeom>
          <a:solidFill>
            <a:srgbClr val="E0503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63016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  AI-first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4014216"/>
            <a:ext cx="3063240" cy="310896"/>
          </a:xfrm>
          <a:prstGeom prst="rect">
            <a:avLst/>
          </a:prstGeom>
          <a:solidFill>
            <a:srgbClr val="E0503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4014216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  Under $50/mo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4398264"/>
            <a:ext cx="3063240" cy="310896"/>
          </a:xfrm>
          <a:prstGeom prst="rect">
            <a:avLst/>
          </a:prstGeom>
          <a:solidFill>
            <a:srgbClr val="E0503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439826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  Easy setup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0" y="73152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work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together.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114800" y="219456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8888AA"/>
                </a:solidFill>
              </a:rPr>
              <a:t>I'm looking for my first 3 barbershop partners.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8888AA"/>
                </a:solidFill>
              </a:rPr>
              <a:t>You get 3 months free. I get feedback.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8888AA"/>
                </a:solidFill>
              </a:rPr>
              <a:t>Everybody wins.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0" y="3383280"/>
            <a:ext cx="4114800" cy="502920"/>
          </a:xfrm>
          <a:prstGeom prst="rect">
            <a:avLst/>
          </a:prstGeom>
          <a:solidFill>
            <a:srgbClr val="FF6E5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0" y="33832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Book a Free Demo → freshcutsstudio.com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0" y="40690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AA"/>
                </a:solidFill>
              </a:rPr>
              <a:t>Questions? Text or call anytime.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0" y="43891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E50"/>
                </a:solidFill>
              </a:rPr>
              <a:t>hello@freshcutsstudio.com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FreshCuts Studio Pitch Deck</dc:title>
  <dc:subject>PptxGenJS Presentation</dc:subject>
  <dc:creator>PptxGenJS</dc:creator>
  <cp:lastModifiedBy>PptxGenJS</cp:lastModifiedBy>
  <cp:revision>1</cp:revision>
  <dcterms:created xsi:type="dcterms:W3CDTF">2026-06-07T23:27:50Z</dcterms:created>
  <dcterms:modified xsi:type="dcterms:W3CDTF">2026-06-07T23:27:50Z</dcterms:modified>
</cp:coreProperties>
</file>